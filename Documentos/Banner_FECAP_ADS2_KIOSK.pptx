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</p:sldIdLst>
  <p:sldSz cx="28778200" cy="43180000"/>
  <p:notesSz cx="6858000" cy="9144000"/>
  <p:embeddedFontLs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Open Sans Bold" panose="020B0806030504020204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7952D-CAC9-47DA-6D15-D22DBD879B3C}" v="6" dt="2026-05-08T22:32:47.373"/>
    <p1510:client id="{D7B99A4C-2F6B-D905-3DCB-B1EC2A2B6A77}" v="42" dt="2026-05-08T22:31:48.384"/>
    <p1510:client id="{EF855F21-93F6-4DED-382E-7E5171B8BBA6}" v="33" dt="2026-05-08T22:51:08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2544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sv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4725" y="36273038"/>
            <a:ext cx="29324846" cy="6968080"/>
          </a:xfrm>
          <a:custGeom>
            <a:avLst/>
            <a:gdLst/>
            <a:ahLst/>
            <a:cxnLst/>
            <a:rect l="l" t="t" r="r" b="b"/>
            <a:pathLst>
              <a:path w="29324846" h="6968080">
                <a:moveTo>
                  <a:pt x="0" y="0"/>
                </a:moveTo>
                <a:lnTo>
                  <a:pt x="29324847" y="0"/>
                </a:lnTo>
                <a:lnTo>
                  <a:pt x="29324847" y="6968081"/>
                </a:lnTo>
                <a:lnTo>
                  <a:pt x="0" y="6968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163233" y="34829696"/>
            <a:ext cx="22769151" cy="14311008"/>
            <a:chOff x="0" y="0"/>
            <a:chExt cx="30358867" cy="19081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358842" cy="19081369"/>
            </a:xfrm>
            <a:custGeom>
              <a:avLst/>
              <a:gdLst/>
              <a:ahLst/>
              <a:cxnLst/>
              <a:rect l="l" t="t" r="r" b="b"/>
              <a:pathLst>
                <a:path w="30358842" h="19081369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538" b="-24538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234725" y="28800362"/>
            <a:ext cx="29304072" cy="9759744"/>
          </a:xfrm>
          <a:custGeom>
            <a:avLst/>
            <a:gdLst/>
            <a:ahLst/>
            <a:cxnLst/>
            <a:rect l="l" t="t" r="r" b="b"/>
            <a:pathLst>
              <a:path w="29304072" h="9759744">
                <a:moveTo>
                  <a:pt x="0" y="0"/>
                </a:moveTo>
                <a:lnTo>
                  <a:pt x="29304073" y="0"/>
                </a:lnTo>
                <a:lnTo>
                  <a:pt x="29304073" y="9759743"/>
                </a:lnTo>
                <a:lnTo>
                  <a:pt x="0" y="9759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34715" y="21010293"/>
            <a:ext cx="29324846" cy="9460535"/>
          </a:xfrm>
          <a:custGeom>
            <a:avLst/>
            <a:gdLst/>
            <a:ahLst/>
            <a:cxnLst/>
            <a:rect l="l" t="t" r="r" b="b"/>
            <a:pathLst>
              <a:path w="29324846" h="9460535">
                <a:moveTo>
                  <a:pt x="0" y="0"/>
                </a:moveTo>
                <a:lnTo>
                  <a:pt x="29324846" y="0"/>
                </a:lnTo>
                <a:lnTo>
                  <a:pt x="29324846" y="9460534"/>
                </a:lnTo>
                <a:lnTo>
                  <a:pt x="0" y="9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34725" y="15561374"/>
            <a:ext cx="29304072" cy="8372961"/>
          </a:xfrm>
          <a:custGeom>
            <a:avLst/>
            <a:gdLst/>
            <a:ahLst/>
            <a:cxnLst/>
            <a:rect l="l" t="t" r="r" b="b"/>
            <a:pathLst>
              <a:path w="29304072" h="8372961">
                <a:moveTo>
                  <a:pt x="0" y="0"/>
                </a:moveTo>
                <a:lnTo>
                  <a:pt x="29304073" y="0"/>
                </a:lnTo>
                <a:lnTo>
                  <a:pt x="29304073" y="8372960"/>
                </a:lnTo>
                <a:lnTo>
                  <a:pt x="0" y="83729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34715" y="6816147"/>
            <a:ext cx="29304072" cy="9226115"/>
          </a:xfrm>
          <a:custGeom>
            <a:avLst/>
            <a:gdLst/>
            <a:ahLst/>
            <a:cxnLst/>
            <a:rect l="l" t="t" r="r" b="b"/>
            <a:pathLst>
              <a:path w="29304072" h="9226115">
                <a:moveTo>
                  <a:pt x="0" y="0"/>
                </a:moveTo>
                <a:lnTo>
                  <a:pt x="29304072" y="0"/>
                </a:lnTo>
                <a:lnTo>
                  <a:pt x="29304072" y="9226115"/>
                </a:lnTo>
                <a:lnTo>
                  <a:pt x="0" y="92261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34715" y="-573881"/>
            <a:ext cx="29324837" cy="9050017"/>
          </a:xfrm>
          <a:custGeom>
            <a:avLst/>
            <a:gdLst/>
            <a:ahLst/>
            <a:cxnLst/>
            <a:rect l="l" t="t" r="r" b="b"/>
            <a:pathLst>
              <a:path w="29324837" h="9050017">
                <a:moveTo>
                  <a:pt x="0" y="0"/>
                </a:moveTo>
                <a:lnTo>
                  <a:pt x="29324837" y="0"/>
                </a:lnTo>
                <a:lnTo>
                  <a:pt x="29324837" y="9050017"/>
                </a:lnTo>
                <a:lnTo>
                  <a:pt x="0" y="90500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99393" y="8788400"/>
            <a:ext cx="13135499" cy="21985710"/>
          </a:xfrm>
          <a:custGeom>
            <a:avLst/>
            <a:gdLst/>
            <a:ahLst/>
            <a:cxnLst/>
            <a:rect l="l" t="t" r="r" b="b"/>
            <a:pathLst>
              <a:path w="13135499" h="20666859">
                <a:moveTo>
                  <a:pt x="0" y="0"/>
                </a:moveTo>
                <a:lnTo>
                  <a:pt x="13135498" y="0"/>
                </a:lnTo>
                <a:lnTo>
                  <a:pt x="13135498" y="20666859"/>
                </a:lnTo>
                <a:lnTo>
                  <a:pt x="0" y="206668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25884" y="31173752"/>
            <a:ext cx="14051137" cy="7296328"/>
          </a:xfrm>
          <a:custGeom>
            <a:avLst/>
            <a:gdLst/>
            <a:ahLst/>
            <a:cxnLst/>
            <a:rect l="l" t="t" r="r" b="b"/>
            <a:pathLst>
              <a:path w="14051137" h="9336281">
                <a:moveTo>
                  <a:pt x="0" y="0"/>
                </a:moveTo>
                <a:lnTo>
                  <a:pt x="14051137" y="0"/>
                </a:lnTo>
                <a:lnTo>
                  <a:pt x="14051137" y="9336281"/>
                </a:lnTo>
                <a:lnTo>
                  <a:pt x="0" y="933628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206811" y="30747860"/>
            <a:ext cx="12694258" cy="7682339"/>
          </a:xfrm>
          <a:custGeom>
            <a:avLst/>
            <a:gdLst/>
            <a:ahLst/>
            <a:cxnLst/>
            <a:rect l="l" t="t" r="r" b="b"/>
            <a:pathLst>
              <a:path w="12706788" h="8215579">
                <a:moveTo>
                  <a:pt x="0" y="0"/>
                </a:moveTo>
                <a:lnTo>
                  <a:pt x="12706789" y="0"/>
                </a:lnTo>
                <a:lnTo>
                  <a:pt x="12706789" y="8215579"/>
                </a:lnTo>
                <a:lnTo>
                  <a:pt x="0" y="821557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-916543" y="1525353"/>
            <a:ext cx="8571186" cy="2454221"/>
            <a:chOff x="0" y="0"/>
            <a:chExt cx="11428247" cy="32722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28222" cy="3272282"/>
            </a:xfrm>
            <a:custGeom>
              <a:avLst/>
              <a:gdLst/>
              <a:ahLst/>
              <a:cxnLst/>
              <a:rect l="l" t="t" r="r" b="b"/>
              <a:pathLst>
                <a:path w="11428222" h="3272282">
                  <a:moveTo>
                    <a:pt x="0" y="0"/>
                  </a:moveTo>
                  <a:lnTo>
                    <a:pt x="11428222" y="0"/>
                  </a:lnTo>
                  <a:lnTo>
                    <a:pt x="11428222" y="3272282"/>
                  </a:lnTo>
                  <a:lnTo>
                    <a:pt x="0" y="327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163233" y="-4997463"/>
            <a:ext cx="22769151" cy="14311008"/>
            <a:chOff x="0" y="0"/>
            <a:chExt cx="30358867" cy="190813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58842" cy="19081369"/>
            </a:xfrm>
            <a:custGeom>
              <a:avLst/>
              <a:gdLst/>
              <a:ahLst/>
              <a:cxnLst/>
              <a:rect l="l" t="t" r="r" b="b"/>
              <a:pathLst>
                <a:path w="30358842" h="19081369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538" b="-2453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1014303" y="1712014"/>
            <a:ext cx="7228389" cy="2335063"/>
            <a:chOff x="0" y="0"/>
            <a:chExt cx="9637852" cy="31134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637903" cy="3113405"/>
            </a:xfrm>
            <a:custGeom>
              <a:avLst/>
              <a:gdLst/>
              <a:ahLst/>
              <a:cxnLst/>
              <a:rect l="l" t="t" r="r" b="b"/>
              <a:pathLst>
                <a:path w="9637903" h="3113405">
                  <a:moveTo>
                    <a:pt x="0" y="0"/>
                  </a:moveTo>
                  <a:lnTo>
                    <a:pt x="9637903" y="0"/>
                  </a:lnTo>
                  <a:lnTo>
                    <a:pt x="9637903" y="3113405"/>
                  </a:lnTo>
                  <a:lnTo>
                    <a:pt x="0" y="3113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t="-165" b="-166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5432060" y="12185599"/>
            <a:ext cx="4989814" cy="57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5"/>
              </a:lnSpc>
            </a:pPr>
            <a:r>
              <a:rPr lang="en-US" sz="5077" b="1" spc="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id="20" name="Freeform 20"/>
          <p:cNvSpPr/>
          <p:nvPr/>
        </p:nvSpPr>
        <p:spPr>
          <a:xfrm>
            <a:off x="420291" y="8788400"/>
            <a:ext cx="14456807" cy="8750221"/>
          </a:xfrm>
          <a:custGeom>
            <a:avLst/>
            <a:gdLst/>
            <a:ahLst/>
            <a:cxnLst/>
            <a:rect l="l" t="t" r="r" b="b"/>
            <a:pathLst>
              <a:path w="14456807" h="10409558">
                <a:moveTo>
                  <a:pt x="0" y="0"/>
                </a:moveTo>
                <a:lnTo>
                  <a:pt x="14456807" y="0"/>
                </a:lnTo>
                <a:lnTo>
                  <a:pt x="14456807" y="10409559"/>
                </a:lnTo>
                <a:lnTo>
                  <a:pt x="0" y="1040955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20291" y="17590104"/>
            <a:ext cx="14456807" cy="13610456"/>
          </a:xfrm>
          <a:custGeom>
            <a:avLst/>
            <a:gdLst/>
            <a:ahLst/>
            <a:cxnLst/>
            <a:rect l="l" t="t" r="r" b="b"/>
            <a:pathLst>
              <a:path w="14456807" h="10166756">
                <a:moveTo>
                  <a:pt x="0" y="0"/>
                </a:moveTo>
                <a:lnTo>
                  <a:pt x="14456807" y="0"/>
                </a:lnTo>
                <a:lnTo>
                  <a:pt x="14456807" y="10166757"/>
                </a:lnTo>
                <a:lnTo>
                  <a:pt x="0" y="1016675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2527254" y="36801438"/>
            <a:ext cx="5609092" cy="5642286"/>
            <a:chOff x="0" y="0"/>
            <a:chExt cx="7478789" cy="75230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78776" cy="7523099"/>
            </a:xfrm>
            <a:custGeom>
              <a:avLst/>
              <a:gdLst/>
              <a:ahLst/>
              <a:cxnLst/>
              <a:rect l="l" t="t" r="r" b="b"/>
              <a:pathLst>
                <a:path w="7478776" h="7523099">
                  <a:moveTo>
                    <a:pt x="0" y="0"/>
                  </a:moveTo>
                  <a:lnTo>
                    <a:pt x="7478776" y="0"/>
                  </a:lnTo>
                  <a:lnTo>
                    <a:pt x="7478776" y="7523099"/>
                  </a:lnTo>
                  <a:lnTo>
                    <a:pt x="0" y="752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-49" r="-49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2160497" y="33144937"/>
            <a:ext cx="8557963" cy="426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Figma</a:t>
            </a:r>
          </a:p>
          <a:p>
            <a:pPr algn="l">
              <a:lnSpc>
                <a:spcPts val="5641"/>
              </a:lnSpc>
            </a:pPr>
            <a:r>
              <a:rPr lang="en-US" sz="40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FreePik</a:t>
            </a:r>
            <a:endParaRPr lang="en-US" sz="40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641"/>
              </a:lnSpc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ChatGPT</a:t>
            </a:r>
          </a:p>
          <a:p>
            <a:pPr algn="l">
              <a:lnSpc>
                <a:spcPts val="5641"/>
              </a:lnSpc>
            </a:pPr>
            <a:r>
              <a:rPr lang="en-US" sz="400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Postgresql</a:t>
            </a:r>
            <a:endParaRPr lang="en-US" err="1"/>
          </a:p>
          <a:p>
            <a:pPr algn="l">
              <a:lnSpc>
                <a:spcPts val="5641"/>
              </a:lnSpc>
            </a:pPr>
            <a:r>
              <a:rPr lang="en-US" sz="40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VScode</a:t>
            </a:r>
            <a:endParaRPr lang="en-US" sz="40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641"/>
              </a:lnSpc>
            </a:pPr>
            <a:r>
              <a:rPr lang="en-US" sz="40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  <a:endParaRPr lang="en-US" sz="40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399856" y="34695438"/>
            <a:ext cx="485748" cy="481332"/>
          </a:xfrm>
          <a:custGeom>
            <a:avLst/>
            <a:gdLst/>
            <a:ahLst/>
            <a:cxnLst/>
            <a:rect l="l" t="t" r="r" b="b"/>
            <a:pathLst>
              <a:path w="485748" h="481332">
                <a:moveTo>
                  <a:pt x="0" y="0"/>
                </a:moveTo>
                <a:lnTo>
                  <a:pt x="485748" y="0"/>
                </a:lnTo>
                <a:lnTo>
                  <a:pt x="485748" y="481332"/>
                </a:lnTo>
                <a:lnTo>
                  <a:pt x="0" y="48133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90601" y="33311726"/>
            <a:ext cx="304257" cy="456672"/>
          </a:xfrm>
          <a:custGeom>
            <a:avLst/>
            <a:gdLst/>
            <a:ahLst/>
            <a:cxnLst/>
            <a:rect l="l" t="t" r="r" b="b"/>
            <a:pathLst>
              <a:path w="304257" h="456672">
                <a:moveTo>
                  <a:pt x="0" y="0"/>
                </a:moveTo>
                <a:lnTo>
                  <a:pt x="304258" y="0"/>
                </a:lnTo>
                <a:lnTo>
                  <a:pt x="304258" y="456672"/>
                </a:lnTo>
                <a:lnTo>
                  <a:pt x="0" y="45667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35704" y="36194945"/>
            <a:ext cx="395003" cy="395003"/>
          </a:xfrm>
          <a:custGeom>
            <a:avLst/>
            <a:gdLst/>
            <a:ahLst/>
            <a:cxnLst/>
            <a:rect l="l" t="t" r="r" b="b"/>
            <a:pathLst>
              <a:path w="395003" h="395003">
                <a:moveTo>
                  <a:pt x="0" y="0"/>
                </a:moveTo>
                <a:lnTo>
                  <a:pt x="395003" y="0"/>
                </a:lnTo>
                <a:lnTo>
                  <a:pt x="395003" y="395003"/>
                </a:lnTo>
                <a:lnTo>
                  <a:pt x="0" y="39500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90331" y="33989044"/>
            <a:ext cx="485748" cy="485748"/>
          </a:xfrm>
          <a:custGeom>
            <a:avLst/>
            <a:gdLst/>
            <a:ahLst/>
            <a:cxnLst/>
            <a:rect l="l" t="t" r="r" b="b"/>
            <a:pathLst>
              <a:path w="485748" h="485748">
                <a:moveTo>
                  <a:pt x="0" y="0"/>
                </a:moveTo>
                <a:lnTo>
                  <a:pt x="485748" y="0"/>
                </a:lnTo>
                <a:lnTo>
                  <a:pt x="485748" y="485748"/>
                </a:lnTo>
                <a:lnTo>
                  <a:pt x="0" y="48574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77683" y="36828073"/>
            <a:ext cx="511044" cy="511044"/>
          </a:xfrm>
          <a:custGeom>
            <a:avLst/>
            <a:gdLst/>
            <a:ahLst/>
            <a:cxnLst/>
            <a:rect l="l" t="t" r="r" b="b"/>
            <a:pathLst>
              <a:path w="511044" h="511044">
                <a:moveTo>
                  <a:pt x="0" y="0"/>
                </a:moveTo>
                <a:lnTo>
                  <a:pt x="511044" y="0"/>
                </a:lnTo>
                <a:lnTo>
                  <a:pt x="511044" y="511044"/>
                </a:lnTo>
                <a:lnTo>
                  <a:pt x="0" y="51104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406944" y="33955624"/>
            <a:ext cx="477953" cy="445563"/>
          </a:xfrm>
          <a:custGeom>
            <a:avLst/>
            <a:gdLst/>
            <a:ahLst/>
            <a:cxnLst/>
            <a:rect l="l" t="t" r="r" b="b"/>
            <a:pathLst>
              <a:path w="395003" h="445563">
                <a:moveTo>
                  <a:pt x="0" y="0"/>
                </a:moveTo>
                <a:lnTo>
                  <a:pt x="395003" y="0"/>
                </a:lnTo>
                <a:lnTo>
                  <a:pt x="395003" y="445564"/>
                </a:lnTo>
                <a:lnTo>
                  <a:pt x="0" y="44556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6406945" y="34763065"/>
            <a:ext cx="477953" cy="428196"/>
          </a:xfrm>
          <a:custGeom>
            <a:avLst/>
            <a:gdLst/>
            <a:ahLst/>
            <a:cxnLst/>
            <a:rect l="l" t="t" r="r" b="b"/>
            <a:pathLst>
              <a:path w="395003" h="428196">
                <a:moveTo>
                  <a:pt x="0" y="0"/>
                </a:moveTo>
                <a:lnTo>
                  <a:pt x="395003" y="0"/>
                </a:lnTo>
                <a:lnTo>
                  <a:pt x="395003" y="428197"/>
                </a:lnTo>
                <a:lnTo>
                  <a:pt x="0" y="428197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6924887" y="31791065"/>
            <a:ext cx="9484062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REFERÊNCIAS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07363" y="4909718"/>
            <a:ext cx="11773644" cy="1523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11433" b="1" spc="43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PROJETO KIOSK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-525953" y="6338062"/>
            <a:ext cx="29836457" cy="1650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7"/>
              </a:lnSpc>
            </a:pPr>
            <a:r>
              <a:rPr lang="en-US" sz="476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Danilo Almeida, Davi Bigotto, Katiely Silva, Laura Pelizzer, Matheus Quio</a:t>
            </a:r>
          </a:p>
          <a:p>
            <a:pPr algn="ctr">
              <a:lnSpc>
                <a:spcPts val="6667"/>
              </a:lnSpc>
            </a:pPr>
            <a:r>
              <a:rPr lang="en-US" sz="476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Orientadores: </a:t>
            </a:r>
            <a:r>
              <a:rPr lang="en-US" sz="47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Adriano Felix, Eduardo Savino, Francisco Escobar, Jose Carlos Buesso, Ronaldo Araujo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61444" y="32154150"/>
            <a:ext cx="10186387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TECNOLOGIAS UTILIZADAS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313382" y="9398000"/>
            <a:ext cx="10186387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644302" y="9474200"/>
            <a:ext cx="10186387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PROBLEMA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758250" y="18532265"/>
            <a:ext cx="10186387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PROPOSTA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966981" y="32784171"/>
            <a:ext cx="11071319" cy="4884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SEBRAE.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Transformação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digital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nas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pequenas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empresas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Brasília: SEBRAE, 2020. 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2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maio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2026.</a:t>
            </a: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AMAZON. Amazon Business: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soluções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compras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empresas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2 </a:t>
            </a:r>
            <a:r>
              <a:rPr lang="en-US" sz="34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maio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2026.</a:t>
            </a:r>
          </a:p>
          <a:p>
            <a:pPr algn="just">
              <a:lnSpc>
                <a:spcPts val="480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KRUG, Steve. Don't make me think: a common sense approach to web usability. 2. ed. Berkeley: New Riders, 2014.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9012" y="10311232"/>
            <a:ext cx="12536967" cy="673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Hoje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as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transações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B2B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são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tratadas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forma manual 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dispersa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via e-mail,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telefone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planilhas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Esses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métodos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tradicionais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são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lentos,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propensos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erros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canal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centralizado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dificultando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descubram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novos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parceiros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comparem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ofertas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falta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um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ambiente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único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faz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 que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busque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fornecedores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isoladamente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aumentando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retrabalho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atrasos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O KIOSK visa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preencher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essa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lacuna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criando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plataforma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integrada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anúncios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direta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entre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19538" y="19203737"/>
            <a:ext cx="12435916" cy="597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Conectar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compradores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fornecedores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setor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alimentício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um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único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ambiente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digital,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centralizando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anúncios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produtos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facilitando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as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informações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relevantes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Reduzir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tempo de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otimizar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contato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inicial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entre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por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meio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filtros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inteligentes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localização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geográfica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organização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dados 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avaliações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confiáveis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Promovendo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eficiência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tomada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decisão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ampliando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visibilidade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fornecedores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fortalecendo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conexões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mercado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B2B de </a:t>
            </a:r>
            <a:r>
              <a:rPr lang="en-US" sz="3300" spc="-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alimentos</a:t>
            </a:r>
            <a:r>
              <a:rPr lang="en-US" sz="3300" spc="-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6931" y="39577061"/>
            <a:ext cx="28242692" cy="1731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IV SEMANA FECAP DE TECNOLOGIA - 2026</a:t>
            </a:r>
          </a:p>
          <a:p>
            <a:pPr algn="ctr">
              <a:lnSpc>
                <a:spcPts val="6936"/>
              </a:lnSpc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844201" y="19637022"/>
            <a:ext cx="11177565" cy="1020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6"/>
              </a:lnSpc>
            </a:pP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Facilitamos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o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da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plataforma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com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interface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intuitiva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acessível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pensada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para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usuários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diferentes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níveis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letramento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tecnológico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aliada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identidade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visual que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valoriza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o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contexto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brasileiro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aproxima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à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experiência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do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usuário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Garantimos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segurança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interações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validar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CNPJs de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compradores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fornecedores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além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implementar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moderação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anúncios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 um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avaliações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confiável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promovendo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transparência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credibilidade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3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just">
              <a:lnSpc>
                <a:spcPts val="4716"/>
              </a:lnSpc>
            </a:pP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Otimizamos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a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por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produtos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priorizar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proximidade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preço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disponibilidade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tornando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o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processo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ágil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eficiente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Ampliamos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oportunidadesde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venda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com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recursos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anúncios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patrocinados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maior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visibilidade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para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produtos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próximos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vencimento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suporte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por chatbot,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auxiliando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tanto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compradores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fornecedores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incentivando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a 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criação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de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anúncios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3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atrativos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3300">
              <a:latin typeface="Open Sans"/>
              <a:ea typeface="Open Sans"/>
              <a:cs typeface="Open Sans"/>
            </a:endParaRPr>
          </a:p>
        </p:txBody>
      </p:sp>
      <p:sp>
        <p:nvSpPr>
          <p:cNvPr id="46" name="TextBox 25">
            <a:extLst>
              <a:ext uri="{FF2B5EF4-FFF2-40B4-BE49-F238E27FC236}">
                <a16:creationId xmlns:a16="http://schemas.microsoft.com/office/drawing/2014/main" id="{8B1B6FC8-2155-4486-AB46-1582288F7BA7}"/>
              </a:ext>
            </a:extLst>
          </p:cNvPr>
          <p:cNvSpPr txBox="1"/>
          <p:nvPr/>
        </p:nvSpPr>
        <p:spPr>
          <a:xfrm>
            <a:off x="7078691" y="33176313"/>
            <a:ext cx="8557963" cy="210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0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Linguagens</a:t>
            </a: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402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programação</a:t>
            </a: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 5</a:t>
            </a:r>
          </a:p>
        </p:txBody>
      </p:sp>
      <p:pic>
        <p:nvPicPr>
          <p:cNvPr id="47" name="Imagem 4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848FFE8-12B1-4FF2-6ACA-8749D6BA8405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-7049" t="-2438" r="-4947" b="3329"/>
          <a:stretch>
            <a:fillRect/>
          </a:stretch>
        </p:blipFill>
        <p:spPr>
          <a:xfrm>
            <a:off x="15514364" y="10731997"/>
            <a:ext cx="5714487" cy="8461280"/>
          </a:xfrm>
          <a:prstGeom prst="rect">
            <a:avLst/>
          </a:prstGeom>
        </p:spPr>
      </p:pic>
      <p:pic>
        <p:nvPicPr>
          <p:cNvPr id="48" name="Imagem 47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C95286FB-4CCC-4BDF-BB4C-41684178ACF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371863" y="10625581"/>
            <a:ext cx="5714487" cy="8570360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A7900905-973B-67AD-723E-5A98C73A088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43123" y="35417688"/>
            <a:ext cx="595377" cy="653474"/>
          </a:xfrm>
          <a:prstGeom prst="rect">
            <a:avLst/>
          </a:prstGeom>
        </p:spPr>
      </p:pic>
      <p:pic>
        <p:nvPicPr>
          <p:cNvPr id="29" name="Imagem 28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0E4EC17D-0FB0-C87B-5026-318640291238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l="26575" t="20732" r="19620" b="32654"/>
          <a:stretch>
            <a:fillRect/>
          </a:stretch>
        </p:blipFill>
        <p:spPr>
          <a:xfrm>
            <a:off x="2683265" y="25178796"/>
            <a:ext cx="10729058" cy="50375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D89CD48C75484786D336029F8C7E2C" ma:contentTypeVersion="16" ma:contentTypeDescription="Create a new document." ma:contentTypeScope="" ma:versionID="5186f82de7d88904a412802da81970db">
  <xsd:schema xmlns:xsd="http://www.w3.org/2001/XMLSchema" xmlns:xs="http://www.w3.org/2001/XMLSchema" xmlns:p="http://schemas.microsoft.com/office/2006/metadata/properties" xmlns:ns3="605826bd-2a18-4f5c-b257-02c480c1741d" xmlns:ns4="bf7ae6e2-a84a-4788-8b8e-d4c56c189899" targetNamespace="http://schemas.microsoft.com/office/2006/metadata/properties" ma:root="true" ma:fieldsID="7dcac9d9f639f3503eb26828d8db8887" ns3:_="" ns4:_="">
    <xsd:import namespace="605826bd-2a18-4f5c-b257-02c480c1741d"/>
    <xsd:import namespace="bf7ae6e2-a84a-4788-8b8e-d4c56c1898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5826bd-2a18-4f5c-b257-02c480c17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7ae6e2-a84a-4788-8b8e-d4c56c18989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05826bd-2a18-4f5c-b257-02c480c1741d" xsi:nil="true"/>
  </documentManagement>
</p:properties>
</file>

<file path=customXml/itemProps1.xml><?xml version="1.0" encoding="utf-8"?>
<ds:datastoreItem xmlns:ds="http://schemas.openxmlformats.org/officeDocument/2006/customXml" ds:itemID="{606859D7-5FEB-408B-A933-20A2117C0211}">
  <ds:schemaRefs>
    <ds:schemaRef ds:uri="605826bd-2a18-4f5c-b257-02c480c1741d"/>
    <ds:schemaRef ds:uri="bf7ae6e2-a84a-4788-8b8e-d4c56c1898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694790D-4254-4E68-848B-2DB2A832DC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A7D0C6-1048-403F-A935-2388E62A3F2E}">
  <ds:schemaRefs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bf7ae6e2-a84a-4788-8b8e-d4c56c189899"/>
    <ds:schemaRef ds:uri="605826bd-2a18-4f5c-b257-02c480c1741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PresentationFormat>Personalizar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Open Sans Bold</vt:lpstr>
      <vt:lpstr>Open Sans</vt:lpstr>
      <vt:lpstr>Arial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banner__kiosk</dc:title>
  <dc:creator>Jose Carlos Buesso Junior</dc:creator>
  <cp:lastModifiedBy>Katiely Silva 23011355</cp:lastModifiedBy>
  <cp:revision>2</cp:revision>
  <dcterms:created xsi:type="dcterms:W3CDTF">2006-08-16T00:00:00Z</dcterms:created>
  <dcterms:modified xsi:type="dcterms:W3CDTF">2026-05-08T22:54:26Z</dcterms:modified>
  <dc:identifier>DAHIXRok2Mo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0x010100E9D89CD48C75484786D336029F8C7E2C</vt:lpwstr>
  </property>
</Properties>
</file>