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8778200" cy="43180000"/>
  <p:notesSz cx="6858000" cy="9144000"/>
  <p:embeddedFontLst>
    <p:embeddedFont>
      <p:font typeface="Open Sans Bold" charset="1" panose="00000000000000000000"/>
      <p:regular r:id="rId7"/>
    </p:embeddedFont>
    <p:embeddedFont>
      <p:font typeface="Open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sv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725" y="36273038"/>
            <a:ext cx="29324846" cy="6968080"/>
          </a:xfrm>
          <a:custGeom>
            <a:avLst/>
            <a:gdLst/>
            <a:ahLst/>
            <a:cxnLst/>
            <a:rect r="r" b="b" t="t" l="l"/>
            <a:pathLst>
              <a:path h="6968080" w="29324846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34725" y="28800362"/>
            <a:ext cx="29304072" cy="9759744"/>
          </a:xfrm>
          <a:custGeom>
            <a:avLst/>
            <a:gdLst/>
            <a:ahLst/>
            <a:cxnLst/>
            <a:rect r="r" b="b" t="t" l="l"/>
            <a:pathLst>
              <a:path h="9759744" w="29304072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4715" y="21010293"/>
            <a:ext cx="29324846" cy="9460535"/>
          </a:xfrm>
          <a:custGeom>
            <a:avLst/>
            <a:gdLst/>
            <a:ahLst/>
            <a:cxnLst/>
            <a:rect r="r" b="b" t="t" l="l"/>
            <a:pathLst>
              <a:path h="9460535" w="29324846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4725" y="15561374"/>
            <a:ext cx="29304072" cy="8372961"/>
          </a:xfrm>
          <a:custGeom>
            <a:avLst/>
            <a:gdLst/>
            <a:ahLst/>
            <a:cxnLst/>
            <a:rect r="r" b="b" t="t" l="l"/>
            <a:pathLst>
              <a:path h="8372961" w="29304072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4715" y="6816147"/>
            <a:ext cx="29304072" cy="9226115"/>
          </a:xfrm>
          <a:custGeom>
            <a:avLst/>
            <a:gdLst/>
            <a:ahLst/>
            <a:cxnLst/>
            <a:rect r="r" b="b" t="t" l="l"/>
            <a:pathLst>
              <a:path h="9226115" w="29304072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34715" y="-573881"/>
            <a:ext cx="29324837" cy="9050017"/>
          </a:xfrm>
          <a:custGeom>
            <a:avLst/>
            <a:gdLst/>
            <a:ahLst/>
            <a:cxnLst/>
            <a:rect r="r" b="b" t="t" l="l"/>
            <a:pathLst>
              <a:path h="9050017" w="2932483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9393" y="9368085"/>
            <a:ext cx="13135499" cy="20666859"/>
          </a:xfrm>
          <a:custGeom>
            <a:avLst/>
            <a:gdLst/>
            <a:ahLst/>
            <a:cxnLst/>
            <a:rect r="r" b="b" t="t" l="l"/>
            <a:pathLst>
              <a:path h="20666859" w="13135499">
                <a:moveTo>
                  <a:pt x="0" y="0"/>
                </a:moveTo>
                <a:lnTo>
                  <a:pt x="13135498" y="0"/>
                </a:lnTo>
                <a:lnTo>
                  <a:pt x="13135498" y="20666859"/>
                </a:lnTo>
                <a:lnTo>
                  <a:pt x="0" y="206668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884" y="30011218"/>
            <a:ext cx="14051137" cy="9336281"/>
          </a:xfrm>
          <a:custGeom>
            <a:avLst/>
            <a:gdLst/>
            <a:ahLst/>
            <a:cxnLst/>
            <a:rect r="r" b="b" t="t" l="l"/>
            <a:pathLst>
              <a:path h="9336281" w="14051137">
                <a:moveTo>
                  <a:pt x="0" y="0"/>
                </a:moveTo>
                <a:lnTo>
                  <a:pt x="14051137" y="0"/>
                </a:lnTo>
                <a:lnTo>
                  <a:pt x="14051137" y="9336281"/>
                </a:lnTo>
                <a:lnTo>
                  <a:pt x="0" y="9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13523" y="30138548"/>
            <a:ext cx="12706788" cy="8215579"/>
          </a:xfrm>
          <a:custGeom>
            <a:avLst/>
            <a:gdLst/>
            <a:ahLst/>
            <a:cxnLst/>
            <a:rect r="r" b="b" t="t" l="l"/>
            <a:pathLst>
              <a:path h="8215579" w="12706788">
                <a:moveTo>
                  <a:pt x="0" y="0"/>
                </a:moveTo>
                <a:lnTo>
                  <a:pt x="12706789" y="0"/>
                </a:lnTo>
                <a:lnTo>
                  <a:pt x="12706789" y="8215579"/>
                </a:lnTo>
                <a:lnTo>
                  <a:pt x="0" y="82155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916543" y="1525353"/>
            <a:ext cx="8571186" cy="2454221"/>
            <a:chOff x="0" y="0"/>
            <a:chExt cx="11428247" cy="3272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8222" cy="3272282"/>
            </a:xfrm>
            <a:custGeom>
              <a:avLst/>
              <a:gdLst/>
              <a:ahLst/>
              <a:cxnLst/>
              <a:rect r="r" b="b" t="t" l="l"/>
              <a:pathLst>
                <a:path h="3272282" w="1142822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14303" y="1712014"/>
            <a:ext cx="7228389" cy="2335063"/>
            <a:chOff x="0" y="0"/>
            <a:chExt cx="9637852" cy="3113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7903" cy="3113405"/>
            </a:xfrm>
            <a:custGeom>
              <a:avLst/>
              <a:gdLst/>
              <a:ahLst/>
              <a:cxnLst/>
              <a:rect r="r" b="b" t="t" l="l"/>
              <a:pathLst>
                <a:path h="3113405" w="9637903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65" r="0" b="-16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432060" y="12185599"/>
            <a:ext cx="4989814" cy="5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5"/>
              </a:lnSpc>
            </a:pPr>
            <a:r>
              <a:rPr lang="en-US" b="true" sz="5077" spc="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20291" y="9450114"/>
            <a:ext cx="14456807" cy="10409558"/>
          </a:xfrm>
          <a:custGeom>
            <a:avLst/>
            <a:gdLst/>
            <a:ahLst/>
            <a:cxnLst/>
            <a:rect r="r" b="b" t="t" l="l"/>
            <a:pathLst>
              <a:path h="10409558" w="14456807">
                <a:moveTo>
                  <a:pt x="0" y="0"/>
                </a:moveTo>
                <a:lnTo>
                  <a:pt x="14456807" y="0"/>
                </a:lnTo>
                <a:lnTo>
                  <a:pt x="14456807" y="10409559"/>
                </a:lnTo>
                <a:lnTo>
                  <a:pt x="0" y="104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0291" y="19899725"/>
            <a:ext cx="14456807" cy="10166756"/>
          </a:xfrm>
          <a:custGeom>
            <a:avLst/>
            <a:gdLst/>
            <a:ahLst/>
            <a:cxnLst/>
            <a:rect r="r" b="b" t="t" l="l"/>
            <a:pathLst>
              <a:path h="10166756" w="14456807">
                <a:moveTo>
                  <a:pt x="0" y="0"/>
                </a:moveTo>
                <a:lnTo>
                  <a:pt x="14456807" y="0"/>
                </a:lnTo>
                <a:lnTo>
                  <a:pt x="14456807" y="10166757"/>
                </a:lnTo>
                <a:lnTo>
                  <a:pt x="0" y="101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2527254" y="36801438"/>
            <a:ext cx="5609092" cy="5642286"/>
            <a:chOff x="0" y="0"/>
            <a:chExt cx="7478789" cy="75230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78776" cy="7523099"/>
            </a:xfrm>
            <a:custGeom>
              <a:avLst/>
              <a:gdLst/>
              <a:ahLst/>
              <a:cxnLst/>
              <a:rect r="r" b="b" t="t" l="l"/>
              <a:pathLst>
                <a:path h="7523099" w="7478776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9" t="0" r="-49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6233352" y="10806332"/>
            <a:ext cx="10267581" cy="5775514"/>
          </a:xfrm>
          <a:custGeom>
            <a:avLst/>
            <a:gdLst/>
            <a:ahLst/>
            <a:cxnLst/>
            <a:rect r="r" b="b" t="t" l="l"/>
            <a:pathLst>
              <a:path h="5775514" w="10267581">
                <a:moveTo>
                  <a:pt x="0" y="0"/>
                </a:moveTo>
                <a:lnTo>
                  <a:pt x="10267580" y="0"/>
                </a:lnTo>
                <a:lnTo>
                  <a:pt x="10267580" y="5775514"/>
                </a:lnTo>
                <a:lnTo>
                  <a:pt x="0" y="577551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95866" y="31643641"/>
            <a:ext cx="12562770" cy="711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Figma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FreePik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MySQL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VScode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</a:p>
          <a:p>
            <a:pPr algn="l">
              <a:lnSpc>
                <a:spcPts val="5641"/>
              </a:lnSpc>
            </a:pP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Linguagens de programação: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 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969859" y="33198901"/>
            <a:ext cx="485748" cy="481332"/>
          </a:xfrm>
          <a:custGeom>
            <a:avLst/>
            <a:gdLst/>
            <a:ahLst/>
            <a:cxnLst/>
            <a:rect r="r" b="b" t="t" l="l"/>
            <a:pathLst>
              <a:path h="481332" w="485748">
                <a:moveTo>
                  <a:pt x="0" y="0"/>
                </a:moveTo>
                <a:lnTo>
                  <a:pt x="485748" y="0"/>
                </a:lnTo>
                <a:lnTo>
                  <a:pt x="485748" y="481332"/>
                </a:lnTo>
                <a:lnTo>
                  <a:pt x="0" y="48133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60604" y="31815189"/>
            <a:ext cx="304257" cy="456672"/>
          </a:xfrm>
          <a:custGeom>
            <a:avLst/>
            <a:gdLst/>
            <a:ahLst/>
            <a:cxnLst/>
            <a:rect r="r" b="b" t="t" l="l"/>
            <a:pathLst>
              <a:path h="456672" w="304257">
                <a:moveTo>
                  <a:pt x="0" y="0"/>
                </a:moveTo>
                <a:lnTo>
                  <a:pt x="304258" y="0"/>
                </a:lnTo>
                <a:lnTo>
                  <a:pt x="304258" y="456672"/>
                </a:lnTo>
                <a:lnTo>
                  <a:pt x="0" y="45667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005707" y="34698408"/>
            <a:ext cx="395003" cy="395003"/>
          </a:xfrm>
          <a:custGeom>
            <a:avLst/>
            <a:gdLst/>
            <a:ahLst/>
            <a:cxnLst/>
            <a:rect r="r" b="b" t="t" l="l"/>
            <a:pathLst>
              <a:path h="395003" w="395003">
                <a:moveTo>
                  <a:pt x="0" y="0"/>
                </a:moveTo>
                <a:lnTo>
                  <a:pt x="395003" y="0"/>
                </a:lnTo>
                <a:lnTo>
                  <a:pt x="395003" y="395003"/>
                </a:lnTo>
                <a:lnTo>
                  <a:pt x="0" y="39500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852703" y="33980539"/>
            <a:ext cx="701010" cy="417564"/>
          </a:xfrm>
          <a:custGeom>
            <a:avLst/>
            <a:gdLst/>
            <a:ahLst/>
            <a:cxnLst/>
            <a:rect r="r" b="b" t="t" l="l"/>
            <a:pathLst>
              <a:path h="417564" w="701010">
                <a:moveTo>
                  <a:pt x="0" y="0"/>
                </a:moveTo>
                <a:lnTo>
                  <a:pt x="701010" y="0"/>
                </a:lnTo>
                <a:lnTo>
                  <a:pt x="701010" y="417564"/>
                </a:lnTo>
                <a:lnTo>
                  <a:pt x="0" y="41756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60334" y="32492507"/>
            <a:ext cx="485748" cy="485748"/>
          </a:xfrm>
          <a:custGeom>
            <a:avLst/>
            <a:gdLst/>
            <a:ahLst/>
            <a:cxnLst/>
            <a:rect r="r" b="b" t="t" l="l"/>
            <a:pathLst>
              <a:path h="485748" w="485748">
                <a:moveTo>
                  <a:pt x="0" y="0"/>
                </a:moveTo>
                <a:lnTo>
                  <a:pt x="485748" y="0"/>
                </a:lnTo>
                <a:lnTo>
                  <a:pt x="485748" y="485748"/>
                </a:lnTo>
                <a:lnTo>
                  <a:pt x="0" y="485748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947686" y="35331536"/>
            <a:ext cx="511044" cy="511044"/>
          </a:xfrm>
          <a:custGeom>
            <a:avLst/>
            <a:gdLst/>
            <a:ahLst/>
            <a:cxnLst/>
            <a:rect r="r" b="b" t="t" l="l"/>
            <a:pathLst>
              <a:path h="511044" w="511044">
                <a:moveTo>
                  <a:pt x="0" y="0"/>
                </a:moveTo>
                <a:lnTo>
                  <a:pt x="511044" y="0"/>
                </a:lnTo>
                <a:lnTo>
                  <a:pt x="511044" y="511044"/>
                </a:lnTo>
                <a:lnTo>
                  <a:pt x="0" y="51104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931403" y="37572713"/>
            <a:ext cx="395003" cy="445563"/>
          </a:xfrm>
          <a:custGeom>
            <a:avLst/>
            <a:gdLst/>
            <a:ahLst/>
            <a:cxnLst/>
            <a:rect r="r" b="b" t="t" l="l"/>
            <a:pathLst>
              <a:path h="445563" w="395003">
                <a:moveTo>
                  <a:pt x="0" y="0"/>
                </a:moveTo>
                <a:lnTo>
                  <a:pt x="395003" y="0"/>
                </a:lnTo>
                <a:lnTo>
                  <a:pt x="395003" y="445564"/>
                </a:lnTo>
                <a:lnTo>
                  <a:pt x="0" y="44556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31403" y="38228922"/>
            <a:ext cx="395003" cy="428196"/>
          </a:xfrm>
          <a:custGeom>
            <a:avLst/>
            <a:gdLst/>
            <a:ahLst/>
            <a:cxnLst/>
            <a:rect r="r" b="b" t="t" l="l"/>
            <a:pathLst>
              <a:path h="428196" w="395003">
                <a:moveTo>
                  <a:pt x="0" y="0"/>
                </a:moveTo>
                <a:lnTo>
                  <a:pt x="395003" y="0"/>
                </a:lnTo>
                <a:lnTo>
                  <a:pt x="395003" y="428197"/>
                </a:lnTo>
                <a:lnTo>
                  <a:pt x="0" y="42819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924887" y="30999713"/>
            <a:ext cx="9484062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07363" y="4909718"/>
            <a:ext cx="11773644" cy="152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b="true" sz="11433" spc="43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KIOSK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525953" y="6338062"/>
            <a:ext cx="29836457" cy="165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Danilo Almeida, Davi Bigotto, Katiely Silva, Laura Pelizzer, Matheus Quio</a:t>
            </a:r>
          </a:p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Orientadores: </a:t>
            </a: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Adriano Felix, Eduardo Savino, Francisco Escobar, Jose Carlos Buesso, Ronaldo Araujo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61444" y="30904567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608352" y="9934299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44302" y="9934299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58250" y="20436192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966981" y="32063382"/>
            <a:ext cx="11399872" cy="5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SEBRAE. Transformação digital nas pequenas empresas. Brasília: SEBRAE, 2020.  Acesso em: 2 maio 2026.</a:t>
            </a:r>
          </a:p>
          <a:p>
            <a:pPr algn="just">
              <a:lnSpc>
                <a:spcPts val="4801"/>
              </a:lnSpc>
            </a:pP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AMAZON. Amazon Business: soluções de compras para empresas. Acesso em: 2 maio 2026.</a:t>
            </a:r>
          </a:p>
          <a:p>
            <a:pPr algn="just">
              <a:lnSpc>
                <a:spcPts val="4801"/>
              </a:lnSpc>
            </a:pPr>
          </a:p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KRUG, Steve. Don't make me think: a common sense approach to web usability. 2. ed. Berkeley: New Riders, 2014.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9012" y="11079494"/>
            <a:ext cx="12536967" cy="81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oje, as transações B2B são tratadas de forma manual e dispersa, via e-mail, telefone e planilhas. Esses métodos tradicionais são lentos, propensos a erros e sem canal centralizado, dificultando que empresas descubram novos parceiros ou comparem ofertas. A falta de um ambiente único faz com que cada empresa busque fornecedores isoladamente, aumentando retrabalho e atrasos. O KIOSK visa preencher essa lacuna criando uma plataforma integrada para anúncios e comunicação direta entre empresas.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9538" y="21284127"/>
            <a:ext cx="12435916" cy="81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onectar compradores e fornecedores do setor alimentício em um único ambiente digital, centralizando anúncios de produtos e facilitando o acesso a informações relevantes.</a:t>
            </a:r>
          </a:p>
          <a:p>
            <a:pPr algn="just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Reduzir o tempo de busca e otimizar o contato inicial entre empresas por meio de filtros inteligentes, localização geográfica, organização de dados e avaliações confiáveis. Promovendo mais eficiência na tomada de decisão, ampliando a visibilidade de fornecedores e fortalecendo conexões no mercado B2B de alimentos.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931" y="39577061"/>
            <a:ext cx="28242692" cy="181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 DE TECNOLOGIA - 2026</a:t>
            </a:r>
          </a:p>
          <a:p>
            <a:pPr algn="ctr">
              <a:lnSpc>
                <a:spcPts val="6936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462704" y="17220287"/>
            <a:ext cx="11904154" cy="1217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Transformamos a proposta em uma solução real por meio da criação da Kiosk, um marketplace B2B que conecta fornecedores e compradores do setor alimentício.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Facilitamos o uso da plataforma com uma interface intuitiva e acessível, pensada para usuários com diferentes níveis de letramento tecnológico, aliada a uma identidade visual que valoriza o contexto brasileiro e aproxima a experiência do usuário.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Garantimos segurança nas interações ao validar CNPJs de compradores e fornecedores, além de implementar moderação de anúncios e um sistema de avaliações confiável, promovendo transparência e credibilidade.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Otimizamos a busca por produtos ao priorizar proximidade, preço e disponibilidade, tornando o processo mais ágil e eficiente.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Ampliamos oportunidades de venda com recursos como anúncios patrocinados, maior visibilidade para produtos próximos ao vencimento e suporte por chatbot, auxiliando tanto compradores quanto fornecedores e incentivando a criação de anúncios mais atrativos.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DAHIXRok2Mo</dc:identifier>
  <dcterms:modified xsi:type="dcterms:W3CDTF">2011-08-01T06:04:30Z</dcterms:modified>
  <cp:revision>1</cp:revision>
  <dc:title>banner__kiosk</dc:title>
</cp:coreProperties>
</file>