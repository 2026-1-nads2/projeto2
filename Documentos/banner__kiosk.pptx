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8778200" cy="43180000"/>
  <p:notesSz cx="6858000" cy="9144000"/>
  <p:embeddedFontLst>
    <p:embeddedFont>
      <p:font typeface="Open Sans Bold" charset="1" panose="00000000000000000000"/>
      <p:regular r:id="rId7"/>
    </p:embeddedFont>
    <p:embeddedFont>
      <p:font typeface="Open Sans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29" Target="../media/image28.png" Type="http://schemas.openxmlformats.org/officeDocument/2006/relationships/image"/><Relationship Id="rId3" Target="../media/image2.svg" Type="http://schemas.openxmlformats.org/officeDocument/2006/relationships/image"/><Relationship Id="rId30" Target="../media/image29.svg" Type="http://schemas.openxmlformats.org/officeDocument/2006/relationships/image"/><Relationship Id="rId31" Target="../media/image30.png" Type="http://schemas.openxmlformats.org/officeDocument/2006/relationships/image"/><Relationship Id="rId32" Target="../media/image31.png" Type="http://schemas.openxmlformats.org/officeDocument/2006/relationships/image"/><Relationship Id="rId33" Target="../media/image32.png" Type="http://schemas.openxmlformats.org/officeDocument/2006/relationships/image"/><Relationship Id="rId34" Target="../media/image33.svg" Type="http://schemas.openxmlformats.org/officeDocument/2006/relationships/image"/><Relationship Id="rId35" Target="../media/image34.png" Type="http://schemas.openxmlformats.org/officeDocument/2006/relationships/image"/><Relationship Id="rId36" Target="../media/image35.png" Type="http://schemas.openxmlformats.org/officeDocument/2006/relationships/image"/><Relationship Id="rId37" Target="../media/image36.svg" Type="http://schemas.openxmlformats.org/officeDocument/2006/relationships/image"/><Relationship Id="rId38" Target="../media/image37.png" Type="http://schemas.openxmlformats.org/officeDocument/2006/relationships/image"/><Relationship Id="rId39" Target="../media/image38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4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4725" y="36273038"/>
            <a:ext cx="29324846" cy="6968080"/>
          </a:xfrm>
          <a:custGeom>
            <a:avLst/>
            <a:gdLst/>
            <a:ahLst/>
            <a:cxnLst/>
            <a:rect r="r" b="b" t="t" l="l"/>
            <a:pathLst>
              <a:path h="6968080" w="29324846">
                <a:moveTo>
                  <a:pt x="0" y="0"/>
                </a:moveTo>
                <a:lnTo>
                  <a:pt x="29324847" y="0"/>
                </a:lnTo>
                <a:lnTo>
                  <a:pt x="29324847" y="6968081"/>
                </a:lnTo>
                <a:lnTo>
                  <a:pt x="0" y="6968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63233" y="34829696"/>
            <a:ext cx="22769151" cy="14311008"/>
            <a:chOff x="0" y="0"/>
            <a:chExt cx="30358867" cy="190813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358842" cy="19081369"/>
            </a:xfrm>
            <a:custGeom>
              <a:avLst/>
              <a:gdLst/>
              <a:ahLst/>
              <a:cxnLst/>
              <a:rect r="r" b="b" t="t" l="l"/>
              <a:pathLst>
                <a:path h="19081369" w="30358842">
                  <a:moveTo>
                    <a:pt x="0" y="0"/>
                  </a:moveTo>
                  <a:lnTo>
                    <a:pt x="30358842" y="0"/>
                  </a:lnTo>
                  <a:lnTo>
                    <a:pt x="30358842" y="19081369"/>
                  </a:lnTo>
                  <a:lnTo>
                    <a:pt x="0" y="19081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538" r="0" b="-24538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34725" y="28800362"/>
            <a:ext cx="29304072" cy="9759744"/>
          </a:xfrm>
          <a:custGeom>
            <a:avLst/>
            <a:gdLst/>
            <a:ahLst/>
            <a:cxnLst/>
            <a:rect r="r" b="b" t="t" l="l"/>
            <a:pathLst>
              <a:path h="9759744" w="29304072">
                <a:moveTo>
                  <a:pt x="0" y="0"/>
                </a:moveTo>
                <a:lnTo>
                  <a:pt x="29304073" y="0"/>
                </a:lnTo>
                <a:lnTo>
                  <a:pt x="29304073" y="9759743"/>
                </a:lnTo>
                <a:lnTo>
                  <a:pt x="0" y="97597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34715" y="21010293"/>
            <a:ext cx="29324846" cy="9460535"/>
          </a:xfrm>
          <a:custGeom>
            <a:avLst/>
            <a:gdLst/>
            <a:ahLst/>
            <a:cxnLst/>
            <a:rect r="r" b="b" t="t" l="l"/>
            <a:pathLst>
              <a:path h="9460535" w="29324846">
                <a:moveTo>
                  <a:pt x="0" y="0"/>
                </a:moveTo>
                <a:lnTo>
                  <a:pt x="29324846" y="0"/>
                </a:lnTo>
                <a:lnTo>
                  <a:pt x="29324846" y="9460534"/>
                </a:lnTo>
                <a:lnTo>
                  <a:pt x="0" y="9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4725" y="15561374"/>
            <a:ext cx="29304072" cy="8372961"/>
          </a:xfrm>
          <a:custGeom>
            <a:avLst/>
            <a:gdLst/>
            <a:ahLst/>
            <a:cxnLst/>
            <a:rect r="r" b="b" t="t" l="l"/>
            <a:pathLst>
              <a:path h="8372961" w="29304072">
                <a:moveTo>
                  <a:pt x="0" y="0"/>
                </a:moveTo>
                <a:lnTo>
                  <a:pt x="29304073" y="0"/>
                </a:lnTo>
                <a:lnTo>
                  <a:pt x="29304073" y="8372960"/>
                </a:lnTo>
                <a:lnTo>
                  <a:pt x="0" y="83729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34715" y="6816147"/>
            <a:ext cx="29304072" cy="9226115"/>
          </a:xfrm>
          <a:custGeom>
            <a:avLst/>
            <a:gdLst/>
            <a:ahLst/>
            <a:cxnLst/>
            <a:rect r="r" b="b" t="t" l="l"/>
            <a:pathLst>
              <a:path h="9226115" w="29304072">
                <a:moveTo>
                  <a:pt x="0" y="0"/>
                </a:moveTo>
                <a:lnTo>
                  <a:pt x="29304072" y="0"/>
                </a:lnTo>
                <a:lnTo>
                  <a:pt x="29304072" y="9226115"/>
                </a:lnTo>
                <a:lnTo>
                  <a:pt x="0" y="92261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34715" y="-573881"/>
            <a:ext cx="29324837" cy="9050017"/>
          </a:xfrm>
          <a:custGeom>
            <a:avLst/>
            <a:gdLst/>
            <a:ahLst/>
            <a:cxnLst/>
            <a:rect r="r" b="b" t="t" l="l"/>
            <a:pathLst>
              <a:path h="9050017" w="29324837">
                <a:moveTo>
                  <a:pt x="0" y="0"/>
                </a:moveTo>
                <a:lnTo>
                  <a:pt x="29324837" y="0"/>
                </a:lnTo>
                <a:lnTo>
                  <a:pt x="29324837" y="9050017"/>
                </a:lnTo>
                <a:lnTo>
                  <a:pt x="0" y="90500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799393" y="9368085"/>
            <a:ext cx="13135499" cy="20666859"/>
          </a:xfrm>
          <a:custGeom>
            <a:avLst/>
            <a:gdLst/>
            <a:ahLst/>
            <a:cxnLst/>
            <a:rect r="r" b="b" t="t" l="l"/>
            <a:pathLst>
              <a:path h="20666859" w="13135499">
                <a:moveTo>
                  <a:pt x="0" y="0"/>
                </a:moveTo>
                <a:lnTo>
                  <a:pt x="13135498" y="0"/>
                </a:lnTo>
                <a:lnTo>
                  <a:pt x="13135498" y="20666859"/>
                </a:lnTo>
                <a:lnTo>
                  <a:pt x="0" y="2066685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5884" y="30011218"/>
            <a:ext cx="14051137" cy="9336281"/>
          </a:xfrm>
          <a:custGeom>
            <a:avLst/>
            <a:gdLst/>
            <a:ahLst/>
            <a:cxnLst/>
            <a:rect r="r" b="b" t="t" l="l"/>
            <a:pathLst>
              <a:path h="9336281" w="14051137">
                <a:moveTo>
                  <a:pt x="0" y="0"/>
                </a:moveTo>
                <a:lnTo>
                  <a:pt x="14051137" y="0"/>
                </a:lnTo>
                <a:lnTo>
                  <a:pt x="14051137" y="9336281"/>
                </a:lnTo>
                <a:lnTo>
                  <a:pt x="0" y="933628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313523" y="30138548"/>
            <a:ext cx="12706788" cy="8215579"/>
          </a:xfrm>
          <a:custGeom>
            <a:avLst/>
            <a:gdLst/>
            <a:ahLst/>
            <a:cxnLst/>
            <a:rect r="r" b="b" t="t" l="l"/>
            <a:pathLst>
              <a:path h="8215579" w="12706788">
                <a:moveTo>
                  <a:pt x="0" y="0"/>
                </a:moveTo>
                <a:lnTo>
                  <a:pt x="12706789" y="0"/>
                </a:lnTo>
                <a:lnTo>
                  <a:pt x="12706789" y="8215579"/>
                </a:lnTo>
                <a:lnTo>
                  <a:pt x="0" y="821557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-916543" y="1525353"/>
            <a:ext cx="8571186" cy="2454221"/>
            <a:chOff x="0" y="0"/>
            <a:chExt cx="11428247" cy="32722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28222" cy="3272282"/>
            </a:xfrm>
            <a:custGeom>
              <a:avLst/>
              <a:gdLst/>
              <a:ahLst/>
              <a:cxnLst/>
              <a:rect r="r" b="b" t="t" l="l"/>
              <a:pathLst>
                <a:path h="3272282" w="11428222">
                  <a:moveTo>
                    <a:pt x="0" y="0"/>
                  </a:moveTo>
                  <a:lnTo>
                    <a:pt x="11428222" y="0"/>
                  </a:lnTo>
                  <a:lnTo>
                    <a:pt x="11428222" y="3272282"/>
                  </a:lnTo>
                  <a:lnTo>
                    <a:pt x="0" y="3272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163233" y="-4997463"/>
            <a:ext cx="22769151" cy="14311008"/>
            <a:chOff x="0" y="0"/>
            <a:chExt cx="30358867" cy="190813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358842" cy="19081369"/>
            </a:xfrm>
            <a:custGeom>
              <a:avLst/>
              <a:gdLst/>
              <a:ahLst/>
              <a:cxnLst/>
              <a:rect r="r" b="b" t="t" l="l"/>
              <a:pathLst>
                <a:path h="19081369" w="30358842">
                  <a:moveTo>
                    <a:pt x="0" y="0"/>
                  </a:moveTo>
                  <a:lnTo>
                    <a:pt x="30358842" y="0"/>
                  </a:lnTo>
                  <a:lnTo>
                    <a:pt x="30358842" y="19081369"/>
                  </a:lnTo>
                  <a:lnTo>
                    <a:pt x="0" y="19081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538" r="0" b="-24538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1014303" y="1712014"/>
            <a:ext cx="7228389" cy="2335063"/>
            <a:chOff x="0" y="0"/>
            <a:chExt cx="9637852" cy="31134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37903" cy="3113405"/>
            </a:xfrm>
            <a:custGeom>
              <a:avLst/>
              <a:gdLst/>
              <a:ahLst/>
              <a:cxnLst/>
              <a:rect r="r" b="b" t="t" l="l"/>
              <a:pathLst>
                <a:path h="3113405" w="9637903">
                  <a:moveTo>
                    <a:pt x="0" y="0"/>
                  </a:moveTo>
                  <a:lnTo>
                    <a:pt x="9637903" y="0"/>
                  </a:lnTo>
                  <a:lnTo>
                    <a:pt x="9637903" y="3113405"/>
                  </a:lnTo>
                  <a:lnTo>
                    <a:pt x="0" y="3113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165" r="0" b="-166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432060" y="12185599"/>
            <a:ext cx="4989814" cy="572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5"/>
              </a:lnSpc>
            </a:pPr>
            <a:r>
              <a:rPr lang="en-US" b="true" sz="5077" spc="1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INTRODUÇÃO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20291" y="9450114"/>
            <a:ext cx="14456807" cy="10409558"/>
          </a:xfrm>
          <a:custGeom>
            <a:avLst/>
            <a:gdLst/>
            <a:ahLst/>
            <a:cxnLst/>
            <a:rect r="r" b="b" t="t" l="l"/>
            <a:pathLst>
              <a:path h="10409558" w="14456807">
                <a:moveTo>
                  <a:pt x="0" y="0"/>
                </a:moveTo>
                <a:lnTo>
                  <a:pt x="14456807" y="0"/>
                </a:lnTo>
                <a:lnTo>
                  <a:pt x="14456807" y="10409559"/>
                </a:lnTo>
                <a:lnTo>
                  <a:pt x="0" y="1040955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20291" y="19899725"/>
            <a:ext cx="14456807" cy="10166756"/>
          </a:xfrm>
          <a:custGeom>
            <a:avLst/>
            <a:gdLst/>
            <a:ahLst/>
            <a:cxnLst/>
            <a:rect r="r" b="b" t="t" l="l"/>
            <a:pathLst>
              <a:path h="10166756" w="14456807">
                <a:moveTo>
                  <a:pt x="0" y="0"/>
                </a:moveTo>
                <a:lnTo>
                  <a:pt x="14456807" y="0"/>
                </a:lnTo>
                <a:lnTo>
                  <a:pt x="14456807" y="10166757"/>
                </a:lnTo>
                <a:lnTo>
                  <a:pt x="0" y="1016675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22527254" y="36801438"/>
            <a:ext cx="5609092" cy="5642286"/>
            <a:chOff x="0" y="0"/>
            <a:chExt cx="7478789" cy="75230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78776" cy="7523099"/>
            </a:xfrm>
            <a:custGeom>
              <a:avLst/>
              <a:gdLst/>
              <a:ahLst/>
              <a:cxnLst/>
              <a:rect r="r" b="b" t="t" l="l"/>
              <a:pathLst>
                <a:path h="7523099" w="7478776">
                  <a:moveTo>
                    <a:pt x="0" y="0"/>
                  </a:moveTo>
                  <a:lnTo>
                    <a:pt x="7478776" y="0"/>
                  </a:lnTo>
                  <a:lnTo>
                    <a:pt x="7478776" y="7523099"/>
                  </a:lnTo>
                  <a:lnTo>
                    <a:pt x="0" y="7523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-49" t="0" r="-49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6233352" y="10806332"/>
            <a:ext cx="10267581" cy="5775514"/>
          </a:xfrm>
          <a:custGeom>
            <a:avLst/>
            <a:gdLst/>
            <a:ahLst/>
            <a:cxnLst/>
            <a:rect r="r" b="b" t="t" l="l"/>
            <a:pathLst>
              <a:path h="5775514" w="10267581">
                <a:moveTo>
                  <a:pt x="0" y="0"/>
                </a:moveTo>
                <a:lnTo>
                  <a:pt x="10267580" y="0"/>
                </a:lnTo>
                <a:lnTo>
                  <a:pt x="10267580" y="5775514"/>
                </a:lnTo>
                <a:lnTo>
                  <a:pt x="0" y="5775514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988909" y="31638202"/>
            <a:ext cx="8557963" cy="711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Figma</a:t>
            </a:r>
          </a:p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FreePik</a:t>
            </a:r>
          </a:p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ChatGPT</a:t>
            </a:r>
          </a:p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MySQL</a:t>
            </a:r>
          </a:p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VScode</a:t>
            </a:r>
          </a:p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Github</a:t>
            </a:r>
          </a:p>
          <a:p>
            <a:pPr algn="l">
              <a:lnSpc>
                <a:spcPts val="5641"/>
              </a:lnSpc>
            </a:pPr>
          </a:p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Linguagens de programação:</a:t>
            </a:r>
          </a:p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JavaScript</a:t>
            </a:r>
          </a:p>
          <a:p>
            <a:pPr algn="l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 5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969859" y="33198901"/>
            <a:ext cx="485748" cy="481332"/>
          </a:xfrm>
          <a:custGeom>
            <a:avLst/>
            <a:gdLst/>
            <a:ahLst/>
            <a:cxnLst/>
            <a:rect r="r" b="b" t="t" l="l"/>
            <a:pathLst>
              <a:path h="481332" w="485748">
                <a:moveTo>
                  <a:pt x="0" y="0"/>
                </a:moveTo>
                <a:lnTo>
                  <a:pt x="485748" y="0"/>
                </a:lnTo>
                <a:lnTo>
                  <a:pt x="485748" y="481332"/>
                </a:lnTo>
                <a:lnTo>
                  <a:pt x="0" y="481332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060604" y="31815189"/>
            <a:ext cx="304257" cy="456672"/>
          </a:xfrm>
          <a:custGeom>
            <a:avLst/>
            <a:gdLst/>
            <a:ahLst/>
            <a:cxnLst/>
            <a:rect r="r" b="b" t="t" l="l"/>
            <a:pathLst>
              <a:path h="456672" w="304257">
                <a:moveTo>
                  <a:pt x="0" y="0"/>
                </a:moveTo>
                <a:lnTo>
                  <a:pt x="304258" y="0"/>
                </a:lnTo>
                <a:lnTo>
                  <a:pt x="304258" y="456672"/>
                </a:lnTo>
                <a:lnTo>
                  <a:pt x="0" y="456672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005707" y="34698408"/>
            <a:ext cx="395003" cy="395003"/>
          </a:xfrm>
          <a:custGeom>
            <a:avLst/>
            <a:gdLst/>
            <a:ahLst/>
            <a:cxnLst/>
            <a:rect r="r" b="b" t="t" l="l"/>
            <a:pathLst>
              <a:path h="395003" w="395003">
                <a:moveTo>
                  <a:pt x="0" y="0"/>
                </a:moveTo>
                <a:lnTo>
                  <a:pt x="395003" y="0"/>
                </a:lnTo>
                <a:lnTo>
                  <a:pt x="395003" y="395003"/>
                </a:lnTo>
                <a:lnTo>
                  <a:pt x="0" y="39500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852703" y="33980539"/>
            <a:ext cx="701010" cy="417564"/>
          </a:xfrm>
          <a:custGeom>
            <a:avLst/>
            <a:gdLst/>
            <a:ahLst/>
            <a:cxnLst/>
            <a:rect r="r" b="b" t="t" l="l"/>
            <a:pathLst>
              <a:path h="417564" w="701010">
                <a:moveTo>
                  <a:pt x="0" y="0"/>
                </a:moveTo>
                <a:lnTo>
                  <a:pt x="701010" y="0"/>
                </a:lnTo>
                <a:lnTo>
                  <a:pt x="701010" y="417564"/>
                </a:lnTo>
                <a:lnTo>
                  <a:pt x="0" y="417564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960334" y="32492507"/>
            <a:ext cx="485748" cy="485748"/>
          </a:xfrm>
          <a:custGeom>
            <a:avLst/>
            <a:gdLst/>
            <a:ahLst/>
            <a:cxnLst/>
            <a:rect r="r" b="b" t="t" l="l"/>
            <a:pathLst>
              <a:path h="485748" w="485748">
                <a:moveTo>
                  <a:pt x="0" y="0"/>
                </a:moveTo>
                <a:lnTo>
                  <a:pt x="485748" y="0"/>
                </a:lnTo>
                <a:lnTo>
                  <a:pt x="485748" y="485748"/>
                </a:lnTo>
                <a:lnTo>
                  <a:pt x="0" y="485748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947686" y="35331536"/>
            <a:ext cx="511044" cy="511044"/>
          </a:xfrm>
          <a:custGeom>
            <a:avLst/>
            <a:gdLst/>
            <a:ahLst/>
            <a:cxnLst/>
            <a:rect r="r" b="b" t="t" l="l"/>
            <a:pathLst>
              <a:path h="511044" w="511044">
                <a:moveTo>
                  <a:pt x="0" y="0"/>
                </a:moveTo>
                <a:lnTo>
                  <a:pt x="511044" y="0"/>
                </a:lnTo>
                <a:lnTo>
                  <a:pt x="511044" y="511044"/>
                </a:lnTo>
                <a:lnTo>
                  <a:pt x="0" y="511044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931403" y="37572713"/>
            <a:ext cx="395003" cy="445563"/>
          </a:xfrm>
          <a:custGeom>
            <a:avLst/>
            <a:gdLst/>
            <a:ahLst/>
            <a:cxnLst/>
            <a:rect r="r" b="b" t="t" l="l"/>
            <a:pathLst>
              <a:path h="445563" w="395003">
                <a:moveTo>
                  <a:pt x="0" y="0"/>
                </a:moveTo>
                <a:lnTo>
                  <a:pt x="395003" y="0"/>
                </a:lnTo>
                <a:lnTo>
                  <a:pt x="395003" y="445564"/>
                </a:lnTo>
                <a:lnTo>
                  <a:pt x="0" y="44556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931403" y="38228922"/>
            <a:ext cx="395003" cy="428196"/>
          </a:xfrm>
          <a:custGeom>
            <a:avLst/>
            <a:gdLst/>
            <a:ahLst/>
            <a:cxnLst/>
            <a:rect r="r" b="b" t="t" l="l"/>
            <a:pathLst>
              <a:path h="428196" w="395003">
                <a:moveTo>
                  <a:pt x="0" y="0"/>
                </a:moveTo>
                <a:lnTo>
                  <a:pt x="395003" y="0"/>
                </a:lnTo>
                <a:lnTo>
                  <a:pt x="395003" y="428197"/>
                </a:lnTo>
                <a:lnTo>
                  <a:pt x="0" y="428197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6924887" y="30999713"/>
            <a:ext cx="9484062" cy="5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b="true" sz="476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REFERÊNCIAS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507363" y="4909718"/>
            <a:ext cx="11773644" cy="1523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b="true" sz="11433" spc="43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PROJETO KIOSK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-525953" y="6338062"/>
            <a:ext cx="29836457" cy="1650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7"/>
              </a:lnSpc>
            </a:pPr>
            <a:r>
              <a:rPr lang="en-US" sz="476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Danilo Almeida, Davi Bigotto, Katiely Silva, Laura Pelizzer, Matheus Quio</a:t>
            </a:r>
          </a:p>
          <a:p>
            <a:pPr algn="ctr">
              <a:lnSpc>
                <a:spcPts val="6667"/>
              </a:lnSpc>
            </a:pPr>
            <a:r>
              <a:rPr lang="en-US" sz="476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Orientadores: </a:t>
            </a:r>
            <a:r>
              <a:rPr lang="en-US" sz="47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Adriano Felix, Eduardo Savino, Francisco Escobar, Jose Carlos Buesso, Ronaldo Araujo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561444" y="30904567"/>
            <a:ext cx="10186387" cy="5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b="true" sz="476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TECNOLOGIAS UTILIZADAS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608352" y="9934299"/>
            <a:ext cx="10186387" cy="5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b="true" sz="476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RESULTADOS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644302" y="9934299"/>
            <a:ext cx="10186387" cy="5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b="true" sz="476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PROBLEMA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758250" y="20436192"/>
            <a:ext cx="10186387" cy="5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b="true" sz="476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PROPOSTA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966981" y="32063382"/>
            <a:ext cx="11399872" cy="546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1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SEBRAE. Transformação digital nas pequenas empresas. Brasília: SEBRAE, 2020.  Acesso em: 2 maio 2026.</a:t>
            </a:r>
          </a:p>
          <a:p>
            <a:pPr algn="just">
              <a:lnSpc>
                <a:spcPts val="4801"/>
              </a:lnSpc>
            </a:pPr>
          </a:p>
          <a:p>
            <a:pPr algn="just">
              <a:lnSpc>
                <a:spcPts val="4801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AMAZON. Amazon Business: soluções de compras para empresas. Acesso em: 2 maio 2026.</a:t>
            </a:r>
          </a:p>
          <a:p>
            <a:pPr algn="just">
              <a:lnSpc>
                <a:spcPts val="4801"/>
              </a:lnSpc>
            </a:pPr>
          </a:p>
          <a:p>
            <a:pPr algn="just">
              <a:lnSpc>
                <a:spcPts val="4802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KRUG, Steve. Don't make me think: a common sense approach to web usability. 2. ed. Berkeley: New Riders, 2014.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69012" y="11079494"/>
            <a:ext cx="12536967" cy="814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79"/>
              </a:lnSpc>
            </a:pPr>
            <a:r>
              <a:rPr lang="en-US" sz="4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en-US" sz="4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oje, as transações B2B são tratadas de forma manual e dispersa, via e-mail, telefone e planilhas. Esses métodos tradicionais são lentos, propensos a erros e sem canal centralizado, dificultando que empresas descubram novos parceiros ou comparem ofertas. A falta de um ambiente único faz com que cada empresa busque fornecedores isoladamente, aumentando retrabalho e atrasos. O KIOSK visa preencher essa lacuna criando uma plataforma integrada para anúncios e comunicação direta entre empresas.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19538" y="21284127"/>
            <a:ext cx="12435916" cy="814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4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onectar compradores e fornecedores do setor alimentício em um único ambiente digital, centralizando anúncios de produtos e facilitando o acesso a informações relevantes.</a:t>
            </a:r>
          </a:p>
          <a:p>
            <a:pPr algn="just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Reduzir o tempo de busca e otimizar o contato inicial entre empresas por meio de filtros inteligentes, localização geográfica, organização de dados e avaliações confiáveis. Promovendo mais eficiência na tomada de decisão, ampliando a visibilidade de fornecedores e fortalecendo conexões no mercado B2B de alimentos.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6931" y="39577061"/>
            <a:ext cx="28242692" cy="1731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6"/>
              </a:lnSpc>
            </a:pPr>
            <a:r>
              <a:rPr lang="en-US" sz="495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IV </a:t>
            </a:r>
            <a:r>
              <a:rPr lang="en-US" sz="495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SEMANA FECAP DE TECNOLOGIA - 2026</a:t>
            </a:r>
          </a:p>
          <a:p>
            <a:pPr algn="ctr">
              <a:lnSpc>
                <a:spcPts val="6936"/>
              </a:lnSpc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673831" y="17220287"/>
            <a:ext cx="11693022" cy="11956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16"/>
              </a:lnSpc>
            </a:pPr>
            <a:r>
              <a:rPr lang="en-US" sz="336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Transformamos a proposta em uma solução real por meio da criação da Kiosk, um marketplace B2B que conecta fornecedores e compradores do setor alimentício.</a:t>
            </a:r>
          </a:p>
          <a:p>
            <a:pPr algn="just">
              <a:lnSpc>
                <a:spcPts val="4716"/>
              </a:lnSpc>
            </a:pPr>
            <a:r>
              <a:rPr lang="en-US" sz="336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Facilitamos o uso da plataforma com uma interface intuitiva e acessível, pensada para usuários com diferentes níveis de letramento tecnológico, aliada a uma identidade visual que valoriza o contexto brasileiro e aproxima a experiência do usuário.</a:t>
            </a:r>
          </a:p>
          <a:p>
            <a:pPr algn="just">
              <a:lnSpc>
                <a:spcPts val="4716"/>
              </a:lnSpc>
            </a:pPr>
            <a:r>
              <a:rPr lang="en-US" sz="336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Garantimos segurança nas interações ao validar CNPJs de compradores e fornecedores, além de implementar moderação de anúncios e um sistema de avaliações confiável, promovendo transparência e credibilidade.</a:t>
            </a:r>
          </a:p>
          <a:p>
            <a:pPr algn="just">
              <a:lnSpc>
                <a:spcPts val="4716"/>
              </a:lnSpc>
            </a:pPr>
            <a:r>
              <a:rPr lang="en-US" sz="336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Otimizamos a busca por produtos ao priorizar proximidade, preço e disponibilidade, tornando o processo mais ágil e eficiente.</a:t>
            </a:r>
          </a:p>
          <a:p>
            <a:pPr algn="just">
              <a:lnSpc>
                <a:spcPts val="4716"/>
              </a:lnSpc>
            </a:pPr>
            <a:r>
              <a:rPr lang="en-US" sz="336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Ampliamos oportunidades de venda com recursos como anúncios patrocinados, maior visibilidade para produtos próximos ao vencimento e suporte por chatbot, auxiliando tanto compradores quanto fornecedores e incentivando a criação de anúncios mais atrativos.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DAHIXRok2Mo</dc:identifier>
  <dcterms:modified xsi:type="dcterms:W3CDTF">2011-08-01T06:04:30Z</dcterms:modified>
  <cp:revision>1</cp:revision>
  <dc:title>banner__kiosk</dc:title>
</cp:coreProperties>
</file>